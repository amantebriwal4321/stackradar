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spc="200" kern="0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STACKRADAR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200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8ED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Bloomberg Terminal for your tech stack.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momentum scores for every tool — know what to learn and adopt next.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AI Hackathon 2026   ·   Aman Tebriwal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164592" cy="164592"/>
          </a:xfrm>
          <a:prstGeom prst="ellipse">
            <a:avLst/>
          </a:prstGeom>
          <a:solidFill>
            <a:srgbClr val="8ED462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554480"/>
            <a:ext cx="164592" cy="164592"/>
          </a:xfrm>
          <a:prstGeom prst="ellipse">
            <a:avLst/>
          </a:prstGeom>
          <a:solidFill>
            <a:srgbClr val="FF705D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1554480"/>
            <a:ext cx="164592" cy="164592"/>
          </a:xfrm>
          <a:prstGeom prst="ellipse">
            <a:avLst/>
          </a:prstGeom>
          <a:solidFill>
            <a:srgbClr val="2BA0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E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BCE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938528"/>
            <a:ext cx="457200" cy="457200"/>
          </a:xfrm>
          <a:prstGeom prst="ellipse">
            <a:avLst/>
          </a:prstGeom>
          <a:solidFill>
            <a:srgbClr val="FF705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noise   </a:t>
            </a:r>
            <a:pPr indent="0" marL="0">
              <a:buNone/>
            </a:pPr>
            <a:r>
              <a:rPr lang="en-US" sz="1400" dirty="0">
                <a:solidFill>
                  <a:srgbClr val="6A6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HN, Reddit, Dev.to, RSS — signal about what's rising is scattered across a dozen feeds.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BCE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401568"/>
            <a:ext cx="457200" cy="457200"/>
          </a:xfrm>
          <a:prstGeom prst="ellipse">
            <a:avLst/>
          </a:prstGeom>
          <a:solidFill>
            <a:srgbClr val="FF705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15468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FOMO-driven learning   </a:t>
            </a:r>
            <a:pPr indent="0" marL="0">
              <a:buNone/>
            </a:pPr>
            <a:r>
              <a:rPr lang="en-US" sz="1400" dirty="0">
                <a:solidFill>
                  <a:srgbClr val="6A6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pick tools by hype, not evidence. Wrong bet = months wasted.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0DBCE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4864608"/>
            <a:ext cx="457200" cy="457200"/>
          </a:xfrm>
          <a:prstGeom prst="ellipse">
            <a:avLst/>
          </a:prstGeom>
          <a:solidFill>
            <a:srgbClr val="FF705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61772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to action   </a:t>
            </a:r>
            <a:pPr indent="0" marL="0">
              <a:buNone/>
            </a:pPr>
            <a:r>
              <a:rPr lang="en-US" sz="1400" dirty="0">
                <a:solidFill>
                  <a:srgbClr val="6A6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you spot a trend, there's no clear path from 'this is hot' to 'here's how I learn it.'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173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StackRadar mines five developer sources every 30 minutes, </a:t>
            </a:r>
            <a:pPr indent="0" marL="0">
              <a:buNone/>
            </a:pPr>
            <a:r>
              <a:rPr lang="en-US" sz="1800" b="1" dirty="0">
                <a:solidFill>
                  <a:srgbClr val="8ED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tool 0–100 by real momentum</a:t>
            </a:r>
            <a:pPr indent="0" marL="0">
              <a:buNone/>
            </a:pPr>
            <a:r>
              <a:rPr lang="en-US" sz="18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ties every tool to a hands-on learning roadmap.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971800"/>
            <a:ext cx="640080" cy="109728"/>
          </a:xfrm>
          <a:prstGeom prst="roundRect">
            <a:avLst>
              <a:gd name="adj" fmla="val 41667"/>
            </a:avLst>
          </a:prstGeom>
          <a:solidFill>
            <a:srgbClr val="8ED4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Measure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3192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0–100 score from stars, forks &amp; developer-conversation mentions — not hype.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65176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971800"/>
            <a:ext cx="640080" cy="109728"/>
          </a:xfrm>
          <a:prstGeom prst="roundRect">
            <a:avLst>
              <a:gd name="adj" fmla="val 41667"/>
            </a:avLst>
          </a:prstGeom>
          <a:solidFill>
            <a:srgbClr val="FF705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Explain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93192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stage, trend direction and a plain-English 'why now' for every tool.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265176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2971800"/>
            <a:ext cx="640080" cy="109728"/>
          </a:xfrm>
          <a:prstGeom prst="roundRect">
            <a:avLst>
              <a:gd name="adj" fmla="val 41667"/>
            </a:avLst>
          </a:prstGeom>
          <a:solidFill>
            <a:srgbClr val="2BA0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Act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93192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links to a verified video roadmap + project briefs. Trend → skill.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E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3774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DBCE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25146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HN · Reddit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Dev.to · RSS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971800" y="2377440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D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383280" y="23774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DBCE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25146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momentum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377440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D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126480" y="23774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DBCE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25146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detection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2377440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D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869680" y="23774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0DBCE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06840" y="251460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roadmaps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C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videos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A6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SQLAlchemy backend  ·  Next.js 16 frontend  ·  runs live, updates every 30 min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&amp; live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A1F26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659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ED46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2971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tracked with real GitHub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A1F26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9659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BA0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510528" y="2971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sources mined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A1F26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1148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705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 min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5120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cadence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388620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A1F26"/>
          </a:solidFill>
          <a:ln w="12700">
            <a:solidFill>
              <a:srgbClr val="2A2F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1148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ED46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85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510528" y="5120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tests, green in CI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it matters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0116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engineering org bets on a stack. 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StackRadar turns that bet from gut-feel into evidence — measuring momentum, explaining it, and handing your team the fastest path to skill up.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57200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1A1F26"/>
          </a:solidFill>
          <a:ln w="19050">
            <a:solidFill>
              <a:srgbClr val="8ED4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4572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D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github.com/amantebriwal4321/StackRadar   ·   Live demo ready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2026-09-14T17:38:19Z</dcterms:created>
  <dcterms:modified xsi:type="dcterms:W3CDTF">2026-09-14T17:38:19Z</dcterms:modified>
</cp:coreProperties>
</file>