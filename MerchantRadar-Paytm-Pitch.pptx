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164592" cy="164592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1417320"/>
            <a:ext cx="164592" cy="164592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" y="1417320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MerchantRadar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business partner for every Paytm merchant.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merchant's own Paytm data into daily growth actions — a trusted copilot, not just a dashboard.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AI Hackathon 2026   ·   Track: Merchant Growth AI   ·   Aman Tebriwal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Merchants fly blind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25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Paytm merchants run on gut-feel. They have the payments — but no analyst, no advisor, no time.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14016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67128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 silently   </a:t>
            </a:r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stops coming and the merchant never notices until revenue drops.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785616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538728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by guesswork   </a:t>
            </a:r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stock, when to discount, which offer to run — all instinct, no data.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910328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sits unused   </a:t>
            </a:r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captured in Paytm, but never turned back into advice the merchant can act 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MerchantRadar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copilot inside Paytm for Business that reads a merchant's live data, </a:t>
            </a:r>
            <a:pPr indent="0" marL="0">
              <a:buNone/>
            </a:pPr>
            <a:r>
              <a:rPr lang="en-US" sz="18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their business momentum 0–100</a:t>
            </a:r>
            <a:pPr indent="0" marL="0">
              <a:buNone/>
            </a:pPr>
            <a:r>
              <a:rPr lang="en-US" sz="18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hands them the next best action every single day.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00BA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Sense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3192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transactions, settlements, footfall and catalog — the data Paytm already holds.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FF9F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Score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3192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Business Health score with the 'why': what's rising, what's slipping, and how urgent.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3192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moves — win-back this customer, run this offer, restock now, take this loan.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242316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 · settlements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· catalog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2286000"/>
            <a:ext cx="457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383280" y="228600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242316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286000"/>
            <a:ext cx="457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242316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why now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286000"/>
            <a:ext cx="457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869680" y="2286000"/>
            <a:ext cx="2377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06840" y="242316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in-app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voice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rails Paytm already owns — no new hardware for the merchant, speaks their language.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copilot does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47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Win-back radar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042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regulars who've gone quiet and drafts a targeted offer to bring them back.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47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Smart offers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30428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right discount, day and item — priced to grow profit, not just sales.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023360"/>
            <a:ext cx="502920" cy="5029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9959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Demand &amp; restock alerts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5312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what's selling fast and when to reorder, before the merchant runs out.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3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9D8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00BA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9959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3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Working-capital nudge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45312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cashflow and surfaces a right-sized Paytm loan exactly when it's needed.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E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wins for Paytm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GMV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514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drives the merchant to transact more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Stickier merchants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reason to open Paytm for Business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0A3A6B"/>
          </a:solidFill>
          <a:ln w="12700">
            <a:solidFill>
              <a:srgbClr val="1453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A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Cross-sell engine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514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timed nudges into lending &amp; insurance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77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payments — a trusted business copilot for millions of merchants.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0A3A6B"/>
          </a:solidFill>
          <a:ln w="19050">
            <a:solidFill>
              <a:srgbClr val="00B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0292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ready  ·  live scoring engine  ·  demo on request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2026-09-14T17:43:06Z</dcterms:created>
  <dcterms:modified xsi:type="dcterms:W3CDTF">2026-09-14T17:43:06Z</dcterms:modified>
</cp:coreProperties>
</file>